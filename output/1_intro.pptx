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세포 분열이 필요한 까닭 - 생물의 성장과 효율적인 물질 교환을 위한 세포의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세포 분열의 필요성을 설명할 수 있다.</a:t>
            </a:r>
          </a:p>
          <a:p>
            <a:pPr/>
            <a:r>
              <a:t>세포 분열이 개체의 생장과 어떤 관계가 있는지 설명할 수 있다.</a:t>
            </a:r>
          </a:p>
          <a:p>
            <a:pPr/>
            <a:r>
              <a:t>세포 크기가 커질 때 표면적과 부피의 변화 관계를 이해하고, 물질 교환 효율과의 연관성을 설명할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1단계: 생각 깨우기 - 시원한 얼음에서 찾는 힌트!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컵에 담긴 음료수를 빨리 시원하게 만들고 싶을 때, 커다란 얼음 덩어리 하나를 넣는 것과 같은 양의 잘게 부순 얼음을 넣는 것 중 어느 쪽이 더 효과적일까요? ① 커다란 얼음 덩어리 ② 잘게 부순 얼음 ③ 효과는 똑같다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생각 열기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우리 몸의 세포는왜 이렇게 작을까? 우리 몸은 아주 크지만, 몸을 이루는 세포는 눈에 보이지 않을 정도로 작습니다. 왜 그럴까요?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분열이란 무엇일까?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세포는 생명체를 구성하는 기본 단위입니다. 세포 분열은 하나의 세포가 두 개의 딸세포로 나뉘는 과정입니다. 이때 유전 정보가 그대로 복제되어, 원래 세포(모세포)와 똑같은 세포가 만들어집니다.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생물은 세포 분열을 해야 할까?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생물이 성장하는 것은 세포 크기가 커지는 것이 아니라, 세포 분열로 세포 수가 늘어나기 때문입니다. 또한, 세포는 물질 교환을 효율적으로 하기 위해 분열합니다. (클릭하여 다음 내용 보기)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세포의 생명 활동과 물질 교환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세포는 생명을 유지하기 위해 세포 표면(세포막)을 통해 영양소를 흡수하고 노폐물을 배출하는 물질 교환을 합니다. (클릭하여 다음 내용 보기)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크기와 물질 교환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세포가 커지면 부피는 표면적보다 훨씬 빠르게 증가합니다. 이는 물질 교환의 효율을 떨어뜨려 세포가 계속 커지는 데 한계가 됩니다. (클릭하여 다음 내용 보기)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정육면체로 알아보는 표면적과 부피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세포가 분열하는 이유: 효율적인 생존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코끼리는 쥐보다 세포가 클까?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몸집이 큰 생물은 세포의 크기가 큰 것이 아니라, 세포의 수가 훨씬 더 많습니다. 모든 생물은 효율적인 물질 교환을 위해 세포 크기를 일정하게 유지하려 합니다. (클릭하여 다음 내용 보기)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