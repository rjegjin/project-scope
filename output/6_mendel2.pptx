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V. 생식과 유전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단원명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학습 목표 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V. 생식과 유전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V. 생식과 유전 독립의 법칙 두 쌍의 대립 형질은 서로에게 어떤 영향을 줄까?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🎯 학습 목표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🎯 학습 목표 독립의 법칙 을 설명할 수 있다. 두 쌍 이상의 대립 형질이 함께 유전될 때 나타나는 결과를 해석할 수 있다. 멘델의 유전 실험이 지닌 과학적 의의를 설명할 수 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🤔 도입 질문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완두의 씨 모양(둥글/주름)과 씨 색깔(황색/녹색)이 함께 유전될 때, 서로의 결과에 영향을 미칠까요?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🔬 멘델의 실험 설계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1. 어버이 (P)</a:t>
            </a:r>
          </a:p>
          <a:p>
            <a:pPr lvl="1"/>
            <a:r>
              <a:t>2. 자손 1대 (F1)</a:t>
            </a:r>
          </a:p>
          <a:p>
            <a:pPr lvl="1"/>
            <a:r>
              <a:t>3. 자손 2대 (F2)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실험 결과 분석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315개</a:t>
            </a:r>
          </a:p>
          <a:p>
            <a:pPr lvl="1"/>
            <a:r>
              <a:t>108개</a:t>
            </a:r>
          </a:p>
          <a:p>
            <a:pPr lvl="1"/>
            <a:r>
              <a:t>101개</a:t>
            </a:r>
          </a:p>
          <a:p>
            <a:pPr lvl="1"/>
            <a:r>
              <a:t>32개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📈 9:3:3:1 비율의 비밀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▶ 모양만 따로 보면?</a:t>
            </a:r>
          </a:p>
          <a:p>
            <a:pPr lvl="1"/>
            <a:r>
              <a:t>(315+108) : (101+32) = 423 : 133</a:t>
            </a:r>
          </a:p>
          <a:p>
            <a:pPr>
              <a:defRPr b="1"/>
            </a:pPr>
            <a:r>
              <a:t>▶ 색깔만 따로 보면?</a:t>
            </a:r>
          </a:p>
          <a:p>
            <a:pPr lvl="1"/>
            <a:r>
              <a:t>(315+101) : (108+32) = 416 : 140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🌱 4가지 종류의 생식세포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F1(RrYy)은 감수 분열을 통해 4종류의 생식세포를 만듭니다. 모양 유전자(R/r)와 색깔 유전자(Y/y)가 독립적으로 분리되기 때문입니다.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📜 독립의 법칙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📜 독립의 법칙 두 쌍 이상의 대립 형질이 함께 유전될 때, 각 형질은 서로 영향을 주지 않고 독립적으로 분리되어 유전되는 현상. RY Ry rY ry RY RRYY RRYy RrYY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🎬 영상으로 보는 감수분열과 독립법칙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🎬 영상으로 보는 감수분열과 독립법칙 20초부터 보기 일시정지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📝 개념 확인 퀴즈 유전자형이 RrYy인 완두를 자가 수분하여 얻은 자손(F2) 중에서, 표현형이 '주름지고 황색(rrY_)'일 확률은 얼마일까요? 1. 1/16 2. 3/16 3. 9/16 4. 1/4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🎉 학습 완료!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🎉 학습 완료! 독립의 법칙에 대한 학습을 모두 마쳤습니다. 이 페이지를 닫으면 학습 진행 상황이 자동으로 저장됩니다.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