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V. 생식과 유전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5. 멘델의 유전 원리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목표 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멘델이 완두를 실험 재료로 선택한 이유를 설명할 수 있다.</a:t>
            </a:r>
          </a:p>
          <a:p>
            <a:pPr/>
            <a:r>
              <a:t>우열의 원리와 분리의 법칙을 유전자 기호로 나타낼 수 있다.</a:t>
            </a:r>
          </a:p>
          <a:p>
            <a:pPr/>
            <a:r>
              <a:t>독립의 법칙이 나타나는 원리를 확률로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멘델의 실험 재료 완두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&lt;div class="grid grid-cols-2 gap-4"&gt;</a:t>
            </a:r>
            <a:br/>
            <a:r>
              <a:t>  &lt;div class="bg-emerald-50 p-4 rounded-lg border-l-4 border-emerald-500"&gt;</a:t>
            </a:r>
            <a:br/>
            <a:r>
              <a:t>    &lt;h4 class="font-bold mb-2"&gt;완두가 좋은 이유&lt;/h4&gt;</a:t>
            </a:r>
            <a:br/>
            <a:r>
              <a:t>    &lt;ul class="list-disc list-inside"&gt;</a:t>
            </a:r>
            <a:br/>
            <a:r>
              <a:t>      &lt;li&gt;재배하기 쉽고 한 세대가 짧다.&lt;/li&gt;</a:t>
            </a:r>
            <a:br/>
            <a:r>
              <a:t>      &lt;li&gt;자손의 수가 많아 통계 처리에 유리하다.&lt;/li&gt;</a:t>
            </a:r>
            <a:br/>
            <a:r>
              <a:t>      &lt;li&gt;대립 형질이 뚜렷하다.&lt;/li&gt;</a:t>
            </a:r>
            <a:br/>
            <a:r>
              <a:t>    &lt;/ul&gt;</a:t>
            </a:r>
            <a:br/>
            <a:r>
              <a:t>  &lt;/div&gt;</a:t>
            </a:r>
            <a:br/>
            <a:r>
              <a:t>  &lt;img src="/images/mendel_pea_traits.jpg" class="rounded shadow h-40 object-cover" /&gt;</a:t>
            </a:r>
            <a:br/>
            <a:r>
              <a:t>&lt;/div&gt;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우열의 원리 (Dominance)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잡종 1대(F1)에서 우성 형질만 나타나는 원리</a:t>
            </a:r>
            <a:br/>
            <a:r>
              <a:t>&lt;div class="p-4 bg-yellow-50 rounded mt-2 border border-yellow-200"&gt;</a:t>
            </a:r>
            <a:br/>
            <a:r>
              <a:t>  YY (황색) x yy (녹색) → Yy (황색 100%)</a:t>
            </a:r>
            <a:br/>
            <a:r>
              <a:t>&lt;/div&gt;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분리의 법칙 (Segregation)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생식세포 형성 시 대립 유전자가 분리되어 서로 다른 세포로 들어가는 법칙 (잡종 2대에서 3:1 분리)</a:t>
            </a:r>
            <a:br/>
            <a:r>
              <a:t>&lt;div class="mt-4 flex justify-center"&gt;</a:t>
            </a:r>
            <a:br/>
            <a:r>
              <a:t>  &lt;img src="/images/mendel_segregation.jpg" class="rounded shadow-lg h-48" /&gt;</a:t>
            </a:r>
            <a:br/>
            <a:r>
              <a:t>&lt;/div&gt;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독립의 법칙 (Independent)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두 쌍 이상의 형질이 서로 영향을 주지 않고 독립적으로 유전되는 법칙 (9:3:3:1)</a:t>
            </a:r>
            <a:br/>
            <a:r>
              <a:t>&lt;div class="mt-4 flex justify-center"&gt;</a:t>
            </a:r>
            <a:br/>
            <a:r>
              <a:t>  &lt;img src="/images/mendel_independent.jpg" class="rounded shadow-lg h-48" /&gt;</a:t>
            </a:r>
            <a:br/>
            <a:r>
              <a:t>&lt;/div&gt;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핵심 정리 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우열의 원리: 잡종 1대에서는 우성만 표현됨</a:t>
            </a:r>
          </a:p>
          <a:p>
            <a:pPr/>
            <a:r>
              <a:t>분리의 법칙: 생식세포 형성 시 유전자가 분리됨 (3:1)</a:t>
            </a:r>
          </a:p>
          <a:p>
            <a:pPr/>
            <a:r>
              <a:t>독립의 법칙: 여러 형질은 독립적으로 유전됨 (9:3:3:1)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