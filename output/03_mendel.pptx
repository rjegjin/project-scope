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멘델의 유전 원리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멘델이 완두를 실험 재료로 선택한 이유를 설명할 수 있다.</a:t>
            </a:r>
          </a:p>
          <a:p>
            <a:pPr/>
            <a:r>
              <a:t>우열의 원리와 분리의 법칙을 유전자 기호로 나타낼 수 있다.</a:t>
            </a:r>
          </a:p>
          <a:p>
            <a:pPr/>
            <a:r>
              <a:t>독립의 법칙이 나타나는 원리를 확률로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멘델의 실험 재료 완두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우열의 원리 (Dominance)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잡종 1대(F1)에서 우성 형질만 나타나는 원리</a:t>
            </a:r>
            <a:b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분리의 법칙 (Segregation)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생식세포 형성 시 대립 유전자가 분리되어 서로 다른 세포로 들어가는 법칙 (잡종 2대에서 3:1 분리)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독립의 법칙 (Independent)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두 쌍 이상의 형질이 서로 영향을 주지 않고 독립적으로 유전되는 법칙 (9:3:3:1)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