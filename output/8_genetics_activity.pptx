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V. 생식과 유전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단원명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학습 목표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V. 생식과 유전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V. 생식과 유전 모의 활동으로 알아보는 유전 현상 동전을 던져 확인하는 유전의 확률적 원리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오늘의 탐험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🎯 오늘의 탐험 목표 사람의 유전 형질에 대한 가계도를 분석 하여 우열 관계와 유전자형을 추리할 수 있다. 모의 활동을 통해 자녀가 부모의 유전 형질을 물려받는 과정을 확률적으로 설명 할 수 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🤔 생각 열기: 나는 부모님과 왜 다를까?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🤔 생각 열기: 나는 부모님과 왜 다를까? 부모님 두 분 다 쌍꺼풀이 있는데, 나만 없는 경우가 있습니다. 왜 이런 일이 생길까요? 오늘 활동을 통해 그 비밀을 파헤쳐 봅시다!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활동 1: 가계도 분석 - 핵심 열쇠 찾기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활동 1: 가계도 분석 - 핵심 열쇠 찾기 사람의 유전은 직접 실험할 수 없어 가계도 를 분석하는 것이 기본입니다. 여기서 가장 중요한 '치트키'는 바로 이것입니다! "부모에게 없던 형질이 자손에게 뿅! 나타나면, 그 형질은 열성이다!" 이 규칙 하나만 기억하면 가계도 분석의 절반은 끝난 것입니다.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■/●: 분리형(우성), □/○: 부착형(열성)</a:t>
            </a:r>
          </a:p>
          <a:p>
            <a:pPr>
              <a:defRPr b="1"/>
            </a:pPr>
            <a:r>
              <a:t>▶ ▶ Step 1: 우열 관계 판단</a:t>
            </a:r>
          </a:p>
          <a:p>
            <a:pPr lvl="1"/>
            <a:r>
              <a:t>1세대 부모(1, 2)는 모두 분리형 귓불 인데, 2세대 자녀(4)에게서 부착형 귓불 이 나타났습니다. '부모에게 없던 형질 = 열성' 규칙에 따라 부착형이 열성(e) , 분리형이 우성(E) 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활동 2: 나의 유전자형 가정하기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활동 2: 나의 유전자형 가정하기 이제 여러분의 유전자형을 직접 정해봅시다. 오늘 활동에서는 두 가지 형질을 다룹니다. 보조개: 있음(우성, A) / 없음(열성, a) 귓불 모양: 분리형(우성, B) / 부착형(열성, b) 어머니와 아버지 역할을 정하고, 각자 두 형질에 대한 유전자형을 잡종(Aa, Bb) 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활동 3: 생식세포 동전 만들기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어머니의 동전</a:t>
            </a:r>
          </a:p>
          <a:p>
            <a:pPr lvl="1"/>
            <a:r>
              <a:t>동전의 앞면에는 대문자, 뒷면에는 소문자를 적으세요.</a:t>
            </a:r>
          </a:p>
          <a:p>
            <a:pPr>
              <a:defRPr b="1"/>
            </a:pPr>
            <a:r>
              <a:t>▶ 아버지의 동전</a:t>
            </a:r>
          </a:p>
          <a:p>
            <a:pPr lvl="1"/>
            <a:r>
              <a:t>마찬가지로 앞/뒷면에 대립 유전자를 표시합니다.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활동 4: 동전 던지기로 자녀 만들기!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어머니의 난자</a:t>
            </a:r>
          </a:p>
          <a:p>
            <a:pPr lvl="1"/>
          </a:p>
          <a:p>
            <a:pPr>
              <a:defRPr b="1"/>
            </a:pPr>
            <a:r>
              <a:t>▶ 아버지의 정자</a:t>
            </a:r>
          </a:p>
          <a:p>
            <a:pPr lvl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활동 5: 결과 분석 및 정리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활동 5: 결과 분석 및 정리 1. 자녀의 형질이 부모와 다른 까닭은? 부모에게서 물려받는 유전자의 조합이 확률적으로 결정 되기 때문입니다. 부모가 모두 우성 형질을 나타내더라도(Aa), 자녀에게는 열성 유전자(a)만 물려주어 열성 형질(aa)이 나타날 수 있습니다. 2. 이 활동은 어떤 유전 원리를 모의했나요? 감수분열 시 대립 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🔬 심화: 유전학의 응용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b="1"/>
            </a:pPr>
            <a:r>
              <a:t>▶ DNA 지문</a:t>
            </a:r>
          </a:p>
          <a:p>
            <a:pPr lvl="1"/>
            <a:r>
              <a:t>사람마다 다른 DNA 서열 차이를 이용해 개인을 식별하는 기술입니다. 친자 확인이나 범인 식별에 사용됩니다.</a:t>
            </a:r>
          </a:p>
          <a:p>
            <a:pPr>
              <a:defRPr b="1"/>
            </a:pPr>
            <a:r>
              <a:t>▶ 맞춤형 의학</a:t>
            </a:r>
          </a:p>
          <a:p>
            <a:pPr lvl="1"/>
            <a:r>
              <a:t>개인의 유전 정보를 분석하여 질병을 예방하고, 개인에게 가장 잘 맞는 약물을 처방하는 등 미래 의학의 핵심 분야입니다.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📝 최종 점검 퀴즈 1. 부모에게 없던 형질이 자손에게 나타났을 때, 이 자손의 형질은 무엇인가요? 우성 열성 2. 유전자형이 RrYy인 완두를 자가 교배하여 자손(F2)을 얻었습니다. 이 자손 중 유전자형이 RrYy일 확률은 얼마일까요? (단, R과 Y는 서로 다른 염색체에 존재합니다) 1/16 2/16 (1/8)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