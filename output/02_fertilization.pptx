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3. 수정과 발생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수정란으로부터 개체가 발생하는 과정을 설명할 수 있다.</a:t>
            </a:r>
          </a:p>
          <a:p>
            <a:pPr/>
            <a:r>
              <a:t>정자와 난자의 특징을 비교하고 수정 과정에서의 역할을 이해한다.</a:t>
            </a:r>
          </a:p>
          <a:p>
            <a:pPr/>
            <a:r>
              <a:t>난할과 일반적인 체세포 분열의 차이점을 비교하여 설명할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생식세포 - 정자와 난자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정자 (Sperm)</a:t>
            </a:r>
          </a:p>
          <a:p>
            <a:pPr lvl="1"/>
            <a:r>
              <a:t>머리(핵)와 꼬리로 구성</a:t>
            </a:r>
          </a:p>
          <a:p>
            <a:pPr lvl="1"/>
            <a:r>
              <a:t>꼬리를 이용해 스스로 움직임</a:t>
            </a:r>
          </a:p>
          <a:p>
            <a:pPr lvl="1"/>
            <a:r>
              <a:t>아버지의 유전 물질(n) 전달</a:t>
            </a:r>
          </a:p>
          <a:p>
            <a:pPr>
              <a:defRPr b="1"/>
            </a:pPr>
            <a:r>
              <a:t>▶ 난자 (Ovum)</a:t>
            </a:r>
          </a:p>
          <a:p>
            <a:pPr lvl="1"/>
            <a:r>
              <a:t>정자보다 훨씬 큼 (많은 양분 저장)</a:t>
            </a:r>
          </a:p>
          <a:p>
            <a:pPr lvl="1"/>
            <a:r>
              <a:t>스스로 움직이지 못함</a:t>
            </a:r>
          </a:p>
          <a:p>
            <a:pPr lvl="1"/>
            <a:r>
              <a:t>어머니의 유전 물질(n)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정자와 난자의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수정 (Fertilization)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pPr lvl="1"/>
            <a:r>
              <a:t>하나의 정자가 난자와 결합하는 순간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① - 난할 (Cleavage)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pPr lvl="1"/>
            <a:r>
              <a:t>2세포기 → 4세포기 → 8세포기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난할 vs 체세포 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② - 착상과 태반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착상 (Implantation)</a:t>
            </a:r>
          </a:p>
          <a:p>
            <a:pPr lvl="1"/>
            <a:r>
              <a:t>수정 후 5~7일 뒤, 배아가 자궁 내막에 파고드는 현상. 이때부터 임신으로 간주함.</a:t>
            </a:r>
          </a:p>
          <a:p>
            <a:pPr>
              <a:defRPr b="1"/>
            </a:pPr>
            <a:r>
              <a:t>▶ 태반 (Placenta)</a:t>
            </a:r>
          </a:p>
          <a:p>
            <a:pPr lvl="1"/>
            <a:r>
              <a:t>모체와 태아 사이의 물질 교환 장소. (산소/영양소 공급, 노폐물 배출)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태아의 성장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