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V. 생식과 유전 - 세포 분열과 염색체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염색체와 유전자의 관계를 설명할 수 있다.</a:t>
            </a:r>
          </a:p>
          <a:p>
            <a:pPr/>
            <a:r>
              <a:t>체세포 분열의 특징을 염색체의 행동으로 설명할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생명 현상의 기본, 세포 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모든 생물은 세포로 이루어져 있으며, 생명 활동을 위해 세포는 분열합니다. 체세포 분열은 생물의 성장 과 손상된 부분의 회복(재생) 에 필수적인 과정입니다.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염색체 (Chromosome)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정의</a:t>
            </a:r>
          </a:p>
          <a:p>
            <a:pPr lvl="1"/>
            <a:r>
              <a:t>분열 중인 세포에서 유전 물질이 꼬이고 뭉쳐서 만들어진 막대 모양의 구조물입니다.</a:t>
            </a:r>
          </a:p>
          <a:p>
            <a:pPr>
              <a:defRPr b="1"/>
            </a:pPr>
            <a:r>
              <a:t>▶ 구조</a:t>
            </a:r>
          </a:p>
          <a:p>
            <a:pPr lvl="1"/>
            <a:r>
              <a:t>두 개의 염색 분체 가 중앙의 동원체 에 의해 연결된 구조입니다.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DNA와 유전자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DNA (디옥시리보핵산)</a:t>
            </a:r>
          </a:p>
          <a:p>
            <a:pPr lvl="1"/>
            <a:r>
              <a:t>생명의 모든 유전 정보를 담고 있는 설계도입니다. 두 가닥이 서로 꼬여있는 이중 나선 구조 를 하고 있으며, 이 구조 안에 유전 암호가 저장되어 있습니다.</a:t>
            </a:r>
          </a:p>
          <a:p>
            <a:pPr>
              <a:defRPr b="1"/>
            </a:pPr>
            <a:r>
              <a:t>▶ 유전자 (Gene)</a:t>
            </a:r>
          </a:p>
          <a:p>
            <a:pPr lvl="1"/>
            <a:r>
              <a:t>DNA의 특정 구간으로, 눈 색깔, 키 등 생물의 특정 형질을 결정하는 하나의 정보 단위 입니다. 염색체에는 수많은 유전자가 배열되어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염색체 수의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같은 종의 생물은 체세포에 동일한 수의 염색체를 가집니다. 보통 짝을 이루고 있어 2n 으로 표기합니다. 예: 사람의 체세포에는 23쌍, 총 46개의 염색체가 있습니다 (2n=46).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체세포 분열 (Mitosis)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생물의 몸을 구성하는 체세포가 두 개의 딸세포로 나뉘는 과정으로, 핵 분열 과 세포질 분열 로 이루어집니다. 핵심은 분열 후에도 염색체 수가 모세포와 동일하게 유지된다는 것입니다 (2n → 2n).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주기 (Cell Cycle)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세포의 일생을 세포 주기라고 하며, 분열을 준비하는 간기 와 실제 분열이 일어나는 M기(분열기) 로 나뉩니다. 대부분의 시간(약 90%)은 간기에 해당합니다.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간기: 분열을 위한 준비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세포 주기 중 가장 긴 시기입니다. 세포가 성장하고 생명 활동을 합니다. 가장 중요한 사건은 DNA 복제 입니다. 이로 인해 각 염색체는 두 개의 염색 분체를 갖게 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 분열 과정 영상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단계를 선택하세요</a:t>
            </a:r>
          </a:p>
          <a:p>
            <a:pPr lvl="1"/>
            <a:r>
              <a:t>버튼을 클릭하면 해당 단계의 영상이 재생됩니다.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세포질 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동물 세포</a:t>
            </a:r>
          </a:p>
          <a:p>
            <a:pPr lvl="1"/>
            <a:r>
              <a:t>세포막이 바깥에서 안으로 오므라들며 두 개로 나뉩니다 (세포질 만입).</a:t>
            </a:r>
          </a:p>
          <a:p>
            <a:pPr>
              <a:defRPr b="1"/>
            </a:pPr>
            <a:r>
              <a:t>▶ 식물 세포</a:t>
            </a:r>
          </a:p>
          <a:p>
            <a:pPr lvl="1"/>
            <a:r>
              <a:t>세포 중앙에서 세포판 이 만들어져 바깥으로 자라면서 두 개로 나뉩니다.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양파 뿌리 끝 세포 관찰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세포 분열이 활발한 양파 뿌리 끝 생장점 을 이용하면 체세포 분열의 여러 단계를 직접 관찰할 수 있습니다. 1. 고정 (클릭) 양파 뿌리 끝 약 1cm를 잘라 에탄올과 아세트산 혼합 용액(3:1)에 넣어 세포 분열을 멈추고 살아있을 때의 모습을 유지시킵니다. 2. 해리 (클릭)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