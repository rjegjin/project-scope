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생식세포 형성 과정 - 염색체의 행동을 중심으로 이해하는 감수 분열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생식과 생식세포란?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생식 (Reproduction)</a:t>
            </a:r>
          </a:p>
          <a:p>
            <a:pPr lvl="1"/>
            <a:r>
              <a:t>생물이 살아 있는 동안 자신과 닮은 자손을 만드는 것.</a:t>
            </a:r>
          </a:p>
          <a:p>
            <a:pPr>
              <a:defRPr b="1"/>
            </a:pPr>
            <a:r>
              <a:t>▶ 생식세포 (Germ Cell)</a:t>
            </a:r>
          </a:p>
          <a:p>
            <a:pPr lvl="1"/>
            <a:r>
              <a:t>정자와 난자 같이 생식 과정에서 자손에게 유전 물질을 전달하는 세포.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감수 분열 (Meiosis)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생식세포는 감수 분열 을 통해 만들어집니다. 세포 분열이 두 번 연속 해서 일어나는 특별한 과정입니다. 감수 1분열 전에는 DNA가 복제되지만, 1분열과 2분열 사이에는 DNA 복제 없이 바로 2분열이 일어납니다.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감수 분열 과정 영상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감수 1분열</a:t>
            </a:r>
          </a:p>
          <a:p>
            <a:pPr>
              <a:defRPr b="1"/>
            </a:pPr>
            <a:r>
              <a:t>▶ 단계를 선택하세요</a:t>
            </a:r>
          </a:p>
          <a:p>
            <a:pPr lvl="1"/>
            <a:r>
              <a:t>버튼을 클릭하면 해당 단계의 영상이 재생됩니다.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감수 분열의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모세포 하나(2n)로부터 염색체 수가 절반으로 줄어든 (n) 딸세포 네 개 가 만들어집니다.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비교 1: 염색체 행동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공통점 : 분열 전 DNA를 복제합니다. (1회)</a:t>
            </a:r>
          </a:p>
          <a:p>
            <a:pPr lvl="1"/>
            <a:r>
              <a:t>차이점 (감수 1분열) : 체세포 분열과 달리, 상동 염색체가 접합(2가 염색체 형성) 했다가 분리됩니다. 이 과정에서 염색체 수가 절반으로 줄어듭니다.</a:t>
            </a:r>
          </a:p>
          <a:p>
            <a:pPr lvl="1"/>
            <a:r>
              <a:t>차이점 (감수 2분열) : 염색 분체가 분리되는 점은 체세포 분열과 같지만, 핵상이 n인 상태에서 시작합니다(n → n).</a:t>
            </a:r>
          </a:p>
          <a:p>
            <a:pPr lvl="1"/>
            <a:r>
              <a:t>체세포 분열(왼쪽)과 감수 분열(오른쪽)의 염색체 행동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비교 2: 결과 및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구분 감수 분열 체세포 분열 분열 횟수 2회 연속 분열 1회 분열 딸세포 수 4개 2개 염색체 수 변화 절반으로 감소 (2n → 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 1개당 DNA의 상대적 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심화 과정: 교차 (Crossing Over)와 유전적 다양성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유전 정보의 재조합 🧬</a:t>
            </a:r>
          </a:p>
          <a:p>
            <a:pPr lvl="1"/>
            <a:r>
              <a:t>감수 1분열 전기 때, 아버지와 어머니에게서 물려받은 상동 염색체 쌍이 접합하여 2가 염색체를 형성합니다. 이때 두 염색체의 일부가 서로 꼬이면서 유전자 조각을 교환하는 현상을 교차(Crossing Over) 라고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